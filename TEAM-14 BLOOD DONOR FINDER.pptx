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embeddedFontLst>
    <p:embeddedFont>
      <p:font typeface="Arial Black" panose="020B0A04020102020204" pitchFamily="34" charset="0"/>
      <p:bold r:id="rId8"/>
    </p:embeddedFont>
    <p:embeddedFont>
      <p:font typeface="Inter"/>
      <p:bold r:id="rId9"/>
    </p:embeddedFont>
    <p:embeddedFont>
      <p:font typeface="Neue Haas Grotesk Text Pro" panose="020B0504020202020204" pitchFamily="34" charset="0"/>
      <p:regular r:id="rId10"/>
      <p:bold r:id="rId11"/>
    </p:embeddedFont>
    <p:embeddedFont>
      <p:font typeface="Segoe UI Variable Text" pitchFamily="2" charset="0"/>
      <p:regular r:id="rId12"/>
      <p:bold r:id="rId13"/>
    </p:embeddedFont>
    <p:embeddedFont>
      <p:font typeface="Sitka Text" pitchFamily="2" charset="0"/>
      <p:regular r:id="rId14"/>
      <p:bold r:id="rId15"/>
      <p:italic r:id="rId16"/>
      <p:boldItalic r:id="rId17"/>
    </p:embeddedFont>
    <p:embeddedFont>
      <p:font typeface="Space Grotesk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53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61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86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2561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169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31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6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5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33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95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20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41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63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05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39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65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02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US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63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812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2119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3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983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488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74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319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26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926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07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  <p:sldLayoutId id="2147483799" r:id="rId25"/>
    <p:sldLayoutId id="2147483800" r:id="rId26"/>
    <p:sldLayoutId id="2147483801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62000"/>
            <a:ext cx="45720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1077155"/>
            <a:ext cx="5700712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FFFFFF"/>
                </a:solidFill>
                <a:latin typeface="Segoe UI Variable Text" pitchFamily="2" charset="0"/>
              </a:rPr>
              <a:t>Blood Donor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78261"/>
            <a:ext cx="54292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>
                <a:solidFill>
                  <a:srgbClr val="CBD5E1"/>
                </a:solidFill>
                <a:latin typeface="Inter"/>
              </a:rPr>
              <a:t>(MERN Stack Implementation) </a:t>
            </a:r>
            <a:r>
              <a:rPr dirty="0"/>
              <a:t>
</a:t>
            </a:r>
            <a:r>
              <a:rPr sz="1800" b="0" i="0" u="none" dirty="0">
                <a:solidFill>
                  <a:srgbClr val="CBD5E1"/>
                </a:solidFill>
                <a:latin typeface="Inter"/>
              </a:rPr>
              <a:t> Hackathon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3563664"/>
            <a:ext cx="3653180" cy="11541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FFFFF"/>
                </a:solidFill>
                <a:latin typeface="Inter"/>
              </a:rPr>
              <a:t>K</a:t>
            </a:r>
            <a:r>
              <a:rPr lang="en-US" sz="1500" b="1" dirty="0">
                <a:solidFill>
                  <a:srgbClr val="FFFFFF"/>
                </a:solidFill>
                <a:latin typeface="Inter"/>
              </a:rPr>
              <a:t>.</a:t>
            </a:r>
            <a:r>
              <a:rPr sz="1500" b="1" i="0" u="none" dirty="0">
                <a:solidFill>
                  <a:srgbClr val="FFFFFF"/>
                </a:solidFill>
                <a:latin typeface="Inter"/>
              </a:rPr>
              <a:t>S</a:t>
            </a:r>
            <a:r>
              <a:rPr lang="en-US" sz="1500" b="1" i="0" u="none" dirty="0">
                <a:solidFill>
                  <a:srgbClr val="FFFFFF"/>
                </a:solidFill>
                <a:latin typeface="Inter"/>
              </a:rPr>
              <a:t>AI SIDHARTHA                     25MVCSMR0402</a:t>
            </a:r>
          </a:p>
          <a:p>
            <a:pPr algn="l"/>
            <a:r>
              <a:rPr lang="en-US" sz="1500" b="1" dirty="0">
                <a:solidFill>
                  <a:srgbClr val="FFFFFF"/>
                </a:solidFill>
                <a:latin typeface="Inter"/>
              </a:rPr>
              <a:t>A.SATHWIK RAO                       25MVCSMR0368</a:t>
            </a:r>
          </a:p>
          <a:p>
            <a:pPr algn="l"/>
            <a:r>
              <a:rPr lang="en-US" sz="1500" b="1" i="0" u="none" dirty="0">
                <a:solidFill>
                  <a:srgbClr val="FFFFFF"/>
                </a:solidFill>
                <a:latin typeface="Inter"/>
              </a:rPr>
              <a:t>M.RAHUL KUMMAR                25MVCSMR0418</a:t>
            </a:r>
          </a:p>
          <a:p>
            <a:pPr algn="l"/>
            <a:r>
              <a:rPr lang="en-US" sz="1500" b="1" dirty="0">
                <a:solidFill>
                  <a:srgbClr val="FFFFFF"/>
                </a:solidFill>
                <a:latin typeface="Inter"/>
              </a:rPr>
              <a:t>A.JESHWANTH REDDY             25MVCSMR0365</a:t>
            </a:r>
          </a:p>
          <a:p>
            <a:pPr algn="l"/>
            <a:r>
              <a:rPr lang="en-US" sz="1500" b="1" i="0" u="none" dirty="0">
                <a:solidFill>
                  <a:srgbClr val="FFFFFF"/>
                </a:solidFill>
                <a:latin typeface="Inter"/>
              </a:rPr>
              <a:t>CH.SRI CHARAN                        25MVCSMR0385</a:t>
            </a:r>
            <a:endParaRPr sz="1500" b="1" i="0" u="none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0481" y="3294336"/>
            <a:ext cx="104676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94A3B8"/>
                </a:solidFill>
                <a:latin typeface="Inter"/>
              </a:rPr>
              <a:t>CSE (AI &amp; ML)</a:t>
            </a:r>
            <a:r>
              <a:rPr lang="en-US" sz="1200" b="0" i="0" u="none" dirty="0">
                <a:solidFill>
                  <a:srgbClr val="94A3B8"/>
                </a:solidFill>
                <a:latin typeface="Inter"/>
              </a:rPr>
              <a:t> - E</a:t>
            </a:r>
            <a:endParaRPr sz="12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1276350"/>
            <a:ext cx="4953000" cy="4991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2322879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852" y="3925522"/>
            <a:ext cx="2667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184" y="425694"/>
            <a:ext cx="3911520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rgbClr val="0F172A"/>
                </a:solidFill>
                <a:latin typeface="Arial Black" panose="020B0A04020102020204" pitchFamily="34" charset="0"/>
                <a:ea typeface="SimSun-ExtB" panose="02010609060101010101" pitchFamily="49" charset="-122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2322879"/>
            <a:ext cx="240931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Sitka Text" pitchFamily="2" charset="0"/>
              </a:rPr>
              <a:t>Critical Time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2638669"/>
            <a:ext cx="451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Inter"/>
              </a:rPr>
              <a:t>Delays in finding matching blood during emergencies.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0" y="3895970"/>
            <a:ext cx="277479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Sitka Text" pitchFamily="2" charset="0"/>
              </a:rPr>
              <a:t>Fragmented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4334363"/>
            <a:ext cx="45529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Inter"/>
              </a:rPr>
              <a:t>Lack of real-time, centralized donor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467992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19600" y="3467992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467992"/>
            <a:ext cx="3352800" cy="2247900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84899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899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84899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4020442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712" y="4020442"/>
            <a:ext cx="33337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600" y="4020442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33342"/>
            <a:ext cx="251511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E11D48"/>
                </a:solidFill>
                <a:latin typeface="Aptos Display" panose="020B0004020202020204" pitchFamily="34" charset="0"/>
              </a:rP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104900"/>
            <a:ext cx="9101137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A web platform to connect donors and recipients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810767"/>
            <a:ext cx="11430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Inter"/>
              </a:rPr>
              <a:t>Core Objectives: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687192"/>
            <a:ext cx="34004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Data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34867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Implement CRUD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687192"/>
            <a:ext cx="34004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134867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Build robust REST APIs.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687192"/>
            <a:ext cx="340042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134867"/>
            <a:ext cx="3238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Create a user-friendly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194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848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687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87815" y="1098007"/>
            <a:ext cx="6342185" cy="47399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713607"/>
            <a:ext cx="650081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System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91941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2828032"/>
            <a:ext cx="33528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334155"/>
                </a:solidFill>
                <a:latin typeface="Inter"/>
              </a:rPr>
              <a:t>Donor Registration Form </a:t>
            </a:r>
            <a:r>
              <a:t>
</a:t>
            </a:r>
            <a:r>
              <a:rPr sz="1350" b="0" i="0" u="none">
                <a:solidFill>
                  <a:srgbClr val="64748B"/>
                </a:solidFill>
                <a:latin typeface="Inter"/>
              </a:rPr>
              <a:t>(Name, Blood Group, Location, Contact)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384899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800" y="3939480"/>
            <a:ext cx="38338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Inter"/>
              </a:rPr>
              <a:t>Real-time Donor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4687192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4777680"/>
            <a:ext cx="286940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34155"/>
                </a:solidFill>
                <a:latin typeface="Inter"/>
              </a:rPr>
              <a:t>REST API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233737"/>
            <a:ext cx="1333500" cy="133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3233737"/>
            <a:ext cx="1333500" cy="1333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3233737"/>
            <a:ext cx="1333500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4050" y="3233737"/>
            <a:ext cx="1333500" cy="133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363378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3633787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0900" y="3633787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7437" y="3633787"/>
            <a:ext cx="466725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0037" y="1385887"/>
            <a:ext cx="521315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Space Grotesk"/>
              </a:rP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362" y="2119312"/>
            <a:ext cx="32265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11D48"/>
                </a:solidFill>
                <a:latin typeface="Inter"/>
              </a:rPr>
              <a:t>The MERN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4855" y="4872037"/>
            <a:ext cx="1512689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Space Grotesk"/>
              </a:rPr>
              <a:t>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2562" y="5272087"/>
            <a:ext cx="1057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4300" y="4872037"/>
            <a:ext cx="16002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Space Grotesk"/>
              </a:rPr>
              <a:t>Express.js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0696" y="5272087"/>
            <a:ext cx="210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Backend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7517" y="4872037"/>
            <a:ext cx="132016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Space Grotesk"/>
              </a:rPr>
              <a:t>React.js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9146" y="5272087"/>
            <a:ext cx="1916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Frontend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0722" y="4872037"/>
            <a:ext cx="124015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Space Grotesk"/>
              </a:rPr>
              <a:t>Node.js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9471" y="5272087"/>
            <a:ext cx="2202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Runtime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8700" y="2105025"/>
            <a:ext cx="4762500" cy="3990975"/>
          </a:xfrm>
          <a:prstGeom prst="roundRect">
            <a:avLst>
              <a:gd name="adj" fmla="val 5727"/>
            </a:avLst>
          </a:prstGeom>
          <a:solidFill>
            <a:srgbClr val="161E30"/>
          </a:solidFill>
          <a:ln w="9525">
            <a:solidFill>
              <a:srgbClr val="272E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0" y="2105025"/>
            <a:ext cx="4762500" cy="3990975"/>
          </a:xfrm>
          <a:prstGeom prst="roundRect">
            <a:avLst>
              <a:gd name="adj" fmla="val 5727"/>
            </a:avLst>
          </a:prstGeom>
          <a:solidFill>
            <a:srgbClr val="24182D"/>
          </a:solidFill>
          <a:ln w="9525">
            <a:solidFill>
              <a:srgbClr val="4E1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5" y="2590800"/>
            <a:ext cx="34290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259080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285750" y="762000"/>
            <a:ext cx="12763500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5425" y="3257550"/>
            <a:ext cx="3924300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Working prototype fully deployed for viewing and securely adding donors.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8825" y="2571750"/>
            <a:ext cx="27253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Current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0925" y="2571750"/>
            <a:ext cx="257532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8975" y="3258502"/>
            <a:ext cx="1333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2325" y="3257550"/>
            <a:ext cx="4405312" cy="41136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Add JWT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8975" y="3822263"/>
            <a:ext cx="1333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2325" y="3821310"/>
            <a:ext cx="4405312" cy="41136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SMS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8975" y="4386024"/>
            <a:ext cx="13335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BD5E1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2325" y="4385071"/>
            <a:ext cx="4405312" cy="41136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1800" b="0" i="0" u="none">
                <a:solidFill>
                  <a:srgbClr val="CBD5E1"/>
                </a:solidFill>
                <a:latin typeface="Inter"/>
              </a:rPr>
              <a:t>Live Map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120</TotalTime>
  <Words>179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Neue Haas Grotesk Text Pro</vt:lpstr>
      <vt:lpstr>Arial Black</vt:lpstr>
      <vt:lpstr>Aptos Display</vt:lpstr>
      <vt:lpstr>Space Grotesk</vt:lpstr>
      <vt:lpstr>Inter</vt:lpstr>
      <vt:lpstr>Sitka Text</vt:lpstr>
      <vt:lpstr>Segoe UI Variable Text</vt:lpstr>
      <vt:lpstr>Arial</vt:lpstr>
      <vt:lpstr>Axis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Sidhartha</cp:lastModifiedBy>
  <cp:revision>2</cp:revision>
  <dcterms:created xsi:type="dcterms:W3CDTF">2013-01-27T09:14:16Z</dcterms:created>
  <dcterms:modified xsi:type="dcterms:W3CDTF">2026-10-03T08:41:35Z</dcterms:modified>
  <cp:category/>
</cp:coreProperties>
</file>